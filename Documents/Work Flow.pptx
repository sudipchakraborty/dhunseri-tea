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DF1C-8B99-0D97-88C7-C01B7B9A1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D2D41-0608-1734-9AC0-5F106EA51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675A9-6EEE-A10E-EFE5-72271769D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5E4C-A0EB-4105-8B15-CBBAD6AF214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1580C-8C02-1E4F-1149-8B6709C43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34E66-BBED-80E2-2B23-BCED3C2C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8588-5C9E-4199-9C8E-BECA804375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72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0393-2808-47BB-95C5-97DDF0048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59891-9C26-6C37-9310-E7DEAE363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3B618-6C1F-EB02-D261-B0D6D5413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5E4C-A0EB-4105-8B15-CBBAD6AF214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1BA9F-4D1B-1DB9-BB8E-48C44B493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3205D-B813-6FE8-4A73-CA05070F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8588-5C9E-4199-9C8E-BECA804375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488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E39FA-FD01-ACB5-B371-8507F2140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96488-D549-437F-BD21-6F17B5A6E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4B97D-62D1-A005-CFF5-865659874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5E4C-A0EB-4105-8B15-CBBAD6AF214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9C186-ACCB-5A5B-C9C6-2723A0D9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80D65-13CE-C364-FDD4-F41176E5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8588-5C9E-4199-9C8E-BECA804375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113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7C58F-A2AE-AB16-B7BF-6AA351F9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2D4BA-38F9-6ED4-DFA9-FF1A0E791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236B7-DA88-B4EC-F861-DFD4D1055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EA8AC-7AF7-E0F2-5680-7A1B0F3D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5E4C-A0EB-4105-8B15-CBBAD6AF214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FB0E9-1746-21D2-FF3C-1EAA415A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6D326-E09C-C973-1112-0F4F487B9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8588-5C9E-4199-9C8E-BECA804375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953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59D54-FFCD-8EC2-89AC-1437B8A04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92EB0-75A8-6153-84F0-BDC0AE998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B60F8-ECB4-824B-0BC0-6B7D09C14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989DB2-91CF-1CF0-6C3E-8655D5948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42710-820B-14E4-A04B-F7979B2452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DF24C-E728-2667-A93E-CDAB9C3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5E4C-A0EB-4105-8B15-CBBAD6AF214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2C2849-118C-8988-A3E3-88DCD37E0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74AA23-2913-3C59-9813-32B8239E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8588-5C9E-4199-9C8E-BECA804375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176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B028-16A8-DDAA-A6A1-6133CC755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75C47-8DD6-DA90-BC9E-8C9A58E8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5E4C-A0EB-4105-8B15-CBBAD6AF214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9D8E2-A4B3-6443-889D-D40046489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9D139-AB02-082F-D517-72927471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8588-5C9E-4199-9C8E-BECA804375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93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A7869-8C5C-F56A-ED81-9C7939247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5E4C-A0EB-4105-8B15-CBBAD6AF214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97ABE-59EB-2D17-3609-9AA69783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0B995-D700-F4F5-9CBC-911DF26B4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8588-5C9E-4199-9C8E-BECA804375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106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EF523-C5FB-AA2D-F7E5-B168B073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0BBC2-4DF8-9450-9A76-DB0899B34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EDA21-1569-ABEA-6FB5-778DF35FD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3382F-9094-7197-568A-58AC90F00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5E4C-A0EB-4105-8B15-CBBAD6AF214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E3D05-DBBA-BF99-E09F-E6221356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F56CB-7B67-5C31-7D1C-4EC1DB1B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8588-5C9E-4199-9C8E-BECA804375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09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B4A1-57F9-59BC-58B7-2BD538B2D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39F0E-6663-1D9B-FC90-E2D1DFA7DC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13F15-5863-6943-F290-8B70EFFF2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2BD27-33EF-8228-3A65-C0B311E5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5E4C-A0EB-4105-8B15-CBBAD6AF214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29D82-C455-4BD5-4D3E-4B3442503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B5D76-126F-873D-B468-DA5FE5658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8588-5C9E-4199-9C8E-BECA804375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34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A2FB-E735-C937-DDFB-89F6A8C2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31552-335C-5C30-31AF-9961A5005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EF30C-A0CE-FCAD-8D69-D78B1870D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5E4C-A0EB-4105-8B15-CBBAD6AF214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1D244-5DBE-E4FF-6C3A-7567ECEE1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43810-B483-77CD-6B33-96E65DBF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8588-5C9E-4199-9C8E-BECA804375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45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7E4BA-935B-BC5B-4FE1-2E4B22A89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828A7-7245-E7BB-1EC8-901BFC3E1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0DC04-D68A-DF07-9BCF-E52EBAE3E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5E4C-A0EB-4105-8B15-CBBAD6AF214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4ED6E-CAD4-9BBE-0BDB-6AA4E28D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35932-75FA-5F37-5D77-04BD00D5F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8588-5C9E-4199-9C8E-BECA804375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800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0A03B-1949-2165-5F67-271F44DA5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E02DF-F897-6372-DEA7-A02EE15BA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27DAE-CA45-D51D-E124-F910DE5B72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F05E4C-A0EB-4105-8B15-CBBAD6AF214C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870CA-0C14-7991-5C67-8F5E28CDB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5FAE2-1F17-47F3-9A30-F5A73EDF8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718588-5C9E-4199-9C8E-BECA804375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33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A65C56-C1B9-BC95-85E3-E56F6969E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63" y="685417"/>
            <a:ext cx="7516274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5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3B6C8C-A972-A278-3443-B9B579145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179" y="685417"/>
            <a:ext cx="6563641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77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sudip chakraborty</dc:creator>
  <cp:lastModifiedBy>sudip chakraborty</cp:lastModifiedBy>
  <cp:revision>2</cp:revision>
  <dcterms:created xsi:type="dcterms:W3CDTF">2026-07-20T04:16:53Z</dcterms:created>
  <dcterms:modified xsi:type="dcterms:W3CDTF">2026-07-20T04:19:06Z</dcterms:modified>
</cp:coreProperties>
</file>